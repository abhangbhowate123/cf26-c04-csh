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CODE FORGE</a:t>
            </a:r>
          </a:p>
          <a:p>
            <a:r>
              <a:t>Aegis Mission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Name: [CSH]</a:t>
            </a:r>
          </a:p>
          <a:p>
            <a:r>
              <a:t>Problem Code: CF26-C04-csh</a:t>
            </a:r>
          </a:p>
          <a:p>
            <a:r>
              <a:t>Problem Statement Title: Spatial Cyber Threat Reconstruction Engine</a:t>
            </a:r>
          </a:p>
          <a:p>
            <a:r>
              <a:t>Team Members: Ashutosh Singrole</a:t>
            </a:r>
          </a:p>
          <a:p>
            <a:r>
              <a:t> Abhang Bhowate</a:t>
            </a:r>
          </a:p>
          <a:p>
            <a:r>
              <a:t>College / Institution: IIIT Nagpur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b="1"/>
              <a:t>Problem in your own words:</a:t>
            </a:r>
            <a:r>
              <a:t> Modern buildings contain hundreds of interconnected devices. Security events are often observed independently, making it difficult to detect coordinated attacks across physical locations and network segments.</a:t>
            </a:r>
          </a:p>
          <a:p>
            <a:pPr/>
            <a:r>
              <a:rPr b="1"/>
              <a:t>Real-world context:</a:t>
            </a:r>
            <a:r>
              <a:t> A sequence of individually harmless events (logins, badge swipes, sensor pings) may represent an attack when viewed together.</a:t>
            </a:r>
          </a:p>
          <a:p>
            <a:pPr/>
            <a:r>
              <a:rPr b="1"/>
              <a:t>Who is affected?:</a:t>
            </a:r>
            <a:r>
              <a:t> Security analysts, building administrators, enterprise networks.</a:t>
            </a:r>
          </a:p>
          <a:p>
            <a:pPr/>
            <a:r>
              <a:rPr b="1"/>
              <a:t>Why existing approaches are insufficient:</a:t>
            </a:r>
            <a:r>
              <a:t> They often rely on single opaque alerts without context on how incidents evolve across physical and network relationships.</a:t>
            </a:r>
          </a:p>
          <a:p>
            <a:pPr/>
            <a:r>
              <a:rPr b="1"/>
              <a:t>One clear problem statement:</a:t>
            </a:r>
            <a:r>
              <a:t> Fragmented device telemetry in smart buildings needs to be correlated into explainable, reconstructed attack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b="1"/>
              <a:t>Core technical problem:</a:t>
            </a:r>
            <a:r>
              <a:t> Correlating events across multiple domains (physical and network) in real-time amidst noisy background telemetry.</a:t>
            </a:r>
          </a:p>
          <a:p>
            <a:pPr/>
            <a:r>
              <a:rPr b="1"/>
              <a:t>Assumptions:</a:t>
            </a:r>
            <a:r>
              <a:t> Telemetry is available but may be incomplete, duplicated, delayed, or out of order.</a:t>
            </a:r>
          </a:p>
          <a:p>
            <a:pPr/>
            <a:r>
              <a:rPr b="1"/>
              <a:t>Known constraints:</a:t>
            </a:r>
            <a:r>
              <a:t> Software-only simulation (no real network scanning/intrusion).</a:t>
            </a:r>
          </a:p>
          <a:p>
            <a:pPr/>
            <a:r>
              <a:rPr b="1"/>
              <a:t>Important edge cases:</a:t>
            </a:r>
            <a:r>
              <a:t> Differentiating legitimate administrative actions from lateral movement; handling delayed or duplicated logs.</a:t>
            </a:r>
          </a:p>
          <a:p>
            <a:pPr/>
            <a:r>
              <a:rPr b="1"/>
              <a:t>What makes the problem difficult?:</a:t>
            </a:r>
            <a:r>
              <a:t> High volume of background noise masking a subtle, multi-step attack chain across different network segments and floors.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&amp; Prior Art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b="1"/>
              <a:t>Existing approaches:</a:t>
            </a:r>
            <a:r>
              <a:t> Traditional SIEMs, rule-based alerts, isolated physical security systems.</a:t>
            </a:r>
          </a:p>
          <a:p>
            <a:pPr/>
            <a:r>
              <a:rPr b="1"/>
              <a:t>Relevant papers / systems / methods:</a:t>
            </a:r>
            <a:r>
              <a:t> Graph-based threat detection, kill-chain analysis.</a:t>
            </a:r>
          </a:p>
          <a:p>
            <a:pPr/>
            <a:r>
              <a:rPr b="1"/>
              <a:t>What they do well:</a:t>
            </a:r>
            <a:r>
              <a:t> Detect known single-point anomalies.</a:t>
            </a:r>
          </a:p>
          <a:p>
            <a:pPr/>
            <a:r>
              <a:rPr b="1"/>
              <a:t>Where they fail for this problem:</a:t>
            </a:r>
            <a:r>
              <a:t> Lack cross-domain (physical + cyber) context; produce unexplained black-box probability scores.</a:t>
            </a:r>
          </a:p>
          <a:p>
            <a:pPr/>
            <a:r>
              <a:rPr b="1"/>
              <a:t>Your identified gap:</a:t>
            </a:r>
            <a:r>
              <a:t> A need for transparent, explainable scoring of candidate lateral-movement chains across physical building topologies.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b="1"/>
              <a:t>Solution concept:</a:t>
            </a:r>
            <a:r>
              <a:t> 'Aegis Mission Control' - A simulated multi-floor building security platform.</a:t>
            </a:r>
          </a:p>
          <a:p>
            <a:pPr/>
            <a:r>
              <a:rPr b="1"/>
              <a:t>Key idea:</a:t>
            </a:r>
            <a:r>
              <a:t> Correlate fragmented telemetry into candidate attack paths using a sliding time-window graph analysis.</a:t>
            </a:r>
          </a:p>
          <a:p>
            <a:pPr/>
            <a:r>
              <a:rPr b="1"/>
              <a:t>Major components:</a:t>
            </a:r>
            <a:r>
              <a:t> Telemetry Generator, Flask Backend (Graph + Correlation Engine), Next.js Frontend (Dashboard).</a:t>
            </a:r>
          </a:p>
          <a:p>
            <a:pPr/>
            <a:r>
              <a:rPr b="1"/>
              <a:t>What is novel/different:</a:t>
            </a:r>
            <a:r>
              <a:t> Explainable, transparent scoring based on human-readable factors (cross-floor movement, privilege escalation) rather than a black box.</a:t>
            </a:r>
          </a:p>
          <a:p>
            <a:pPr/>
            <a:r>
              <a:rPr b="1"/>
              <a:t>Core workflow:</a:t>
            </a:r>
            <a:r>
              <a:t> Generate synthetic building telemetry -&gt; construct device relationship graph -&gt; run correlation pass -&gt; render reconstructed path and score on live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b="1"/>
              <a:t>Components:</a:t>
            </a:r>
            <a:r>
              <a:t> Telemetry Generator (generate_telemetry.py), Backend API (Flask), Frontend (Next.js/React).</a:t>
            </a:r>
          </a:p>
          <a:p>
            <a:pPr/>
            <a:r>
              <a:rPr b="1"/>
              <a:t>Data flow:</a:t>
            </a:r>
            <a:r>
              <a:t> Telemetry generation -&gt; JSON -&gt; Flask backend constructs graph and scores paths -&gt; REST endpoint /api/attack-paths -&gt; Next.js frontend rendering.</a:t>
            </a:r>
          </a:p>
          <a:p>
            <a:pPr/>
            <a:r>
              <a:rPr b="1"/>
              <a:t>APIs/services:</a:t>
            </a:r>
            <a:r>
              <a:t> REST API providing scored candidate attack chains and contributing reasons.</a:t>
            </a:r>
          </a:p>
          <a:p>
            <a:pPr/>
            <a:r>
              <a:rPr b="1"/>
              <a:t>Storage:</a:t>
            </a:r>
            <a:r>
              <a:t> In-memory/JSON (telemetry.json).</a:t>
            </a:r>
          </a:p>
          <a:p>
            <a:pPr/>
            <a:r>
              <a:rPr b="1"/>
              <a:t>Models/algorithms:</a:t>
            </a:r>
            <a:r>
              <a:t> Sliding time-window correlation over a NetworkX device graph.</a:t>
            </a:r>
          </a:p>
          <a:p>
            <a:pPr/>
            <a:r>
              <a:rPr b="1"/>
              <a:t>External dependencies:</a:t>
            </a:r>
            <a:r>
              <a:t> Python, Flask, NetworkX, Node.js, Next.js, Tailwind CSS.</a:t>
            </a:r>
          </a:p>
          <a:p>
            <a:pPr/>
            <a:r>
              <a:rPr b="1"/>
              <a:t>Security boundaries where relevant:</a:t>
            </a:r>
            <a:r>
              <a:t> Logically separates physical zones (floors, VLANs) in the simulation.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b="1"/>
              <a:t>Innovation:</a:t>
            </a:r>
            <a:r>
              <a:t/>
            </a:r>
          </a:p>
          <a:p>
            <a:pPr lvl="1"/>
            <a:r>
              <a:rPr b="1"/>
              <a:t>  - What is genuinely different?:</a:t>
            </a:r>
            <a:r>
              <a:t> Transparent, multi-domain (physical + cyber) threat reconstruction.</a:t>
            </a:r>
          </a:p>
          <a:p>
            <a:pPr lvl="1"/>
            <a:r>
              <a:rPr b="1"/>
              <a:t>  - Why is it better?:</a:t>
            </a:r>
            <a:r>
              <a:t> Provides analysts with an explainable picture (graph, reasons, timeline) instead of a single alert.</a:t>
            </a:r>
          </a:p>
          <a:p>
            <a:pPr lvl="1"/>
            <a:r>
              <a:rPr b="1"/>
              <a:t>  - What technical insight did you introduce?:</a:t>
            </a:r>
            <a:r>
              <a:t> Modeling physical floor adjacency and network topology together as a unified graph for lateral movement detection.</a:t>
            </a:r>
          </a:p>
          <a:p>
            <a:pPr/>
            <a:r>
              <a:rPr b="1"/>
              <a:t>Impact:</a:t>
            </a:r>
            <a:r>
              <a:t/>
            </a:r>
          </a:p>
          <a:p>
            <a:pPr lvl="1"/>
            <a:r>
              <a:rPr b="1"/>
              <a:t>  - Who would use it?:</a:t>
            </a:r>
            <a:r>
              <a:t> Security Operations Center (SOC) analysts, facility managers.</a:t>
            </a:r>
          </a:p>
          <a:p>
            <a:pPr lvl="1"/>
            <a:r>
              <a:rPr b="1"/>
              <a:t>  - Where could it be deployed?:</a:t>
            </a:r>
            <a:r>
              <a:t> Smart buildings, corporate campuses, critical infrastructure.</a:t>
            </a:r>
          </a:p>
          <a:p>
            <a:pPr lvl="1"/>
            <a:r>
              <a:rPr b="1"/>
              <a:t>  - What measurable benefit could it create?:</a:t>
            </a:r>
            <a:r>
              <a:t> Reduced time-to-understand (MTTR) for complex incidents, lower false positive fatigue.</a:t>
            </a:r>
          </a:p>
          <a:p>
            <a:pPr lvl="1"/>
            <a:r>
              <a:rPr b="1"/>
              <a:t>  - What would be required to move beyond prototype?:</a:t>
            </a:r>
            <a:r>
              <a:t> Integration with real building sensors/logs and ML-assisted scoring.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b="1"/>
              <a:t>Tools &amp; Frameworks:</a:t>
            </a:r>
            <a:r>
              <a:t/>
            </a:r>
          </a:p>
          <a:p>
            <a:pPr lvl="1"/>
            <a:r>
              <a:t>  - Python (Flask, NetworkX) for backend correlation</a:t>
            </a:r>
          </a:p>
          <a:p>
            <a:pPr lvl="1"/>
            <a:r>
              <a:t>  - Node.js (Next.js, React, Tailwind CSS) for frontend</a:t>
            </a:r>
          </a:p>
          <a:p>
            <a:pPr lvl="1"/>
            <a:r>
              <a:t>  - Google Stitch for UI/UX design generation</a:t>
            </a:r>
          </a:p>
          <a:p>
            <a:pPr lvl="1"/>
            <a:r>
              <a:t>  - Google Antigravity (Agentic IDE)</a:t>
            </a:r>
          </a:p>
          <a:p>
            <a:pPr lvl="1"/>
            <a:r>
              <a:t>  - Claude (Anthropic) for architecture planning and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